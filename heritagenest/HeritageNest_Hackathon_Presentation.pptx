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C1810"/>
                </a:solidFill>
              </a:defRPr>
            </a:pPr>
            <a:r>
              <a:t>HeritageNest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34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3D2E"/>
                </a:solidFill>
              </a:defRPr>
            </a:pPr>
            <a:r>
              <a:t>Regional Folk Art Digital Archive | Hackathon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D231E"/>
                </a:solidFill>
              </a:defRPr>
            </a:pPr>
            <a:r>
              <a:t>A community-driven platform preserving India's intangible cultural heritage.</a:t>
            </a:r>
          </a:p>
          <a:p>
            <a:pPr>
              <a:defRPr sz="2400">
                <a:solidFill>
                  <a:srgbClr val="2D231E"/>
                </a:solidFill>
              </a:defRPr>
            </a:pPr>
            <a:r>
              <a:t>Supports image, video, shorts, and audio artifacts with moderation and AI explanations.</a:t>
            </a:r>
          </a:p>
          <a:p>
            <a:pPr>
              <a:defRPr sz="2400">
                <a:solidFill>
                  <a:srgbClr val="2D231E"/>
                </a:solidFill>
              </a:defRPr>
            </a:pPr>
            <a:r>
              <a:t>Built for creators, learners, and cultural communities.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0352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31E"/>
                </a:solidFill>
              </a:defRPr>
            </a:pPr>
            <a:r>
              <a:t>Team: Nikhil Kumar, Lachydeep, Sweta Sharma, Sneha Sharma, Aastha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5F4E"/>
                </a:solidFill>
              </a:defRPr>
            </a:pPr>
            <a:r>
              <a:t>Team Contact: Overall Manager nikk4645@gmail.com | Tech Support swetashr08@gmail.com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C1810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34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3D2E"/>
                </a:solidFill>
              </a:defRPr>
            </a:pPr>
            <a:r>
              <a:t>Why this project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D231E"/>
                </a:solidFill>
              </a:defRPr>
            </a:pPr>
            <a:r>
              <a:t>Traditional knowledge is scattered and often undocumented in digital form.</a:t>
            </a:r>
          </a:p>
          <a:p>
            <a:pPr>
              <a:defRPr sz="2300">
                <a:solidFill>
                  <a:srgbClr val="2D231E"/>
                </a:solidFill>
              </a:defRPr>
            </a:pPr>
            <a:r>
              <a:t>Audio/video folk practices are hard to discover and preserve in one place.</a:t>
            </a:r>
          </a:p>
          <a:p>
            <a:pPr>
              <a:defRPr sz="2300">
                <a:solidFill>
                  <a:srgbClr val="2D231E"/>
                </a:solidFill>
              </a:defRPr>
            </a:pPr>
            <a:r>
              <a:t>Youth engagement needs modern, searchable, social-first formats.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5F4E"/>
                </a:solidFill>
              </a:defRPr>
            </a:pPr>
            <a:r>
              <a:t>Hackathon 2026 | HeritageNest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C1810"/>
                </a:solidFill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34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3D2E"/>
                </a:solidFill>
              </a:defRPr>
            </a:pPr>
            <a:r>
              <a:t>What HeritageNest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31E"/>
                </a:solidFill>
              </a:defRPr>
            </a:pPr>
            <a:r>
              <a:t>Unified archive: Artcards + Shorts + Audio heritage library.</a:t>
            </a:r>
          </a:p>
          <a:p>
            <a:pPr>
              <a:defRPr sz="2200">
                <a:solidFill>
                  <a:srgbClr val="2D231E"/>
                </a:solidFill>
              </a:defRPr>
            </a:pPr>
            <a:r>
              <a:t>Category filtering across Folk Art, Dance, Music, Craft, Textile, and more.</a:t>
            </a:r>
          </a:p>
          <a:p>
            <a:pPr>
              <a:defRPr sz="2200">
                <a:solidFill>
                  <a:srgbClr val="2D231E"/>
                </a:solidFill>
              </a:defRPr>
            </a:pPr>
            <a:r>
              <a:t>Admin moderation workflow with pending/approved/rejected pipeline.</a:t>
            </a:r>
          </a:p>
          <a:p>
            <a:pPr>
              <a:defRPr sz="2200">
                <a:solidFill>
                  <a:srgbClr val="2D231E"/>
                </a:solidFill>
              </a:defRPr>
            </a:pPr>
            <a:r>
              <a:t>Role-aware access: public audience, contributors, and admins.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5F4E"/>
                </a:solidFill>
              </a:defRPr>
            </a:pPr>
            <a:r>
              <a:t>Hackathon 2026 | HeritageNest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C1810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34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3D2E"/>
                </a:solidFill>
              </a:defRPr>
            </a:pPr>
            <a:r>
              <a:t>Modern full-stack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231E"/>
                </a:solidFill>
              </a:defRPr>
            </a:pPr>
            <a:r>
              <a:t>Frontend: Next.js App Router + React + CSS Modules</a:t>
            </a:r>
          </a:p>
          <a:p>
            <a:pPr>
              <a:defRPr sz="2000">
                <a:solidFill>
                  <a:srgbClr val="2D231E"/>
                </a:solidFill>
              </a:defRPr>
            </a:pPr>
            <a:r>
              <a:t>Auth + Database: Firebase Auth + Firestore</a:t>
            </a:r>
          </a:p>
          <a:p>
            <a:pPr>
              <a:defRPr sz="2000">
                <a:solidFill>
                  <a:srgbClr val="2D231E"/>
                </a:solidFill>
              </a:defRPr>
            </a:pPr>
            <a:r>
              <a:t>Media Storage: Supabase Storage (public bucket)</a:t>
            </a:r>
          </a:p>
          <a:p>
            <a:pPr>
              <a:defRPr sz="2000">
                <a:solidFill>
                  <a:srgbClr val="2D231E"/>
                </a:solidFill>
              </a:defRPr>
            </a:pPr>
            <a:r>
              <a:t>AI Layer: FastAPI endpoint + Groq Llama fallback</a:t>
            </a:r>
          </a:p>
          <a:p>
            <a:pPr>
              <a:defRPr sz="2000">
                <a:solidFill>
                  <a:srgbClr val="2D231E"/>
                </a:solidFill>
              </a:defRPr>
            </a:pPr>
            <a:r>
              <a:t>Deploy: Vercel (web) with managed environment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5F4E"/>
                </a:solidFill>
              </a:defRPr>
            </a:pPr>
            <a:r>
              <a:t>Hackathon 2026 | HeritageNest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C1810"/>
                </a:solidFill>
              </a:defRPr>
            </a:pPr>
            <a:r>
              <a:t>Category Artcard Showcase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34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3D2E"/>
                </a:solidFill>
              </a:defRPr>
            </a:pPr>
            <a:r>
              <a:t>Different category visual cards</a:t>
            </a:r>
          </a:p>
        </p:txBody>
      </p:sp>
      <p:pic>
        <p:nvPicPr>
          <p:cNvPr id="4" name="Picture 3" descr="category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3657600" cy="2057400"/>
          </a:xfrm>
          <a:prstGeom prst="rect">
            <a:avLst/>
          </a:prstGeom>
        </p:spPr>
      </p:pic>
      <p:pic>
        <p:nvPicPr>
          <p:cNvPr id="5" name="Picture 4" descr="category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554480"/>
            <a:ext cx="3657600" cy="2057400"/>
          </a:xfrm>
          <a:prstGeom prst="rect">
            <a:avLst/>
          </a:prstGeom>
        </p:spPr>
      </p:pic>
      <p:pic>
        <p:nvPicPr>
          <p:cNvPr id="6" name="Picture 5" descr="category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554480"/>
            <a:ext cx="3657600" cy="2057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5F4E"/>
                </a:solidFill>
              </a:defRPr>
            </a:pPr>
            <a:r>
              <a:t>Hackathon 2026 | HeritageNest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C1810"/>
                </a:solidFill>
              </a:defRPr>
            </a:pPr>
            <a:r>
              <a:t>Category Artcard Showcase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34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3D2E"/>
                </a:solidFill>
              </a:defRPr>
            </a:pPr>
            <a:r>
              <a:t>Different category visual cards</a:t>
            </a:r>
          </a:p>
        </p:txBody>
      </p:sp>
      <p:pic>
        <p:nvPicPr>
          <p:cNvPr id="4" name="Picture 3" descr="category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3657600" cy="2057400"/>
          </a:xfrm>
          <a:prstGeom prst="rect">
            <a:avLst/>
          </a:prstGeom>
        </p:spPr>
      </p:pic>
      <p:pic>
        <p:nvPicPr>
          <p:cNvPr id="5" name="Picture 4" descr="category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554480"/>
            <a:ext cx="3657600" cy="2057400"/>
          </a:xfrm>
          <a:prstGeom prst="rect">
            <a:avLst/>
          </a:prstGeom>
        </p:spPr>
      </p:pic>
      <p:pic>
        <p:nvPicPr>
          <p:cNvPr id="6" name="Picture 5" descr="category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554480"/>
            <a:ext cx="3657600" cy="2057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5F4E"/>
                </a:solidFill>
              </a:defRPr>
            </a:pPr>
            <a:r>
              <a:t>Hackathon 2026 | HeritageNest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C1810"/>
                </a:solidFill>
              </a:defRPr>
            </a:pPr>
            <a:r>
              <a:t>Category Artcard Showcase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34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3D2E"/>
                </a:solidFill>
              </a:defRPr>
            </a:pPr>
            <a:r>
              <a:t>Textile and Sculpture categories</a:t>
            </a:r>
          </a:p>
        </p:txBody>
      </p:sp>
      <p:pic>
        <p:nvPicPr>
          <p:cNvPr id="4" name="Picture 3" descr="category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54480"/>
            <a:ext cx="4114800" cy="2314575"/>
          </a:xfrm>
          <a:prstGeom prst="rect">
            <a:avLst/>
          </a:prstGeom>
        </p:spPr>
      </p:pic>
      <p:pic>
        <p:nvPicPr>
          <p:cNvPr id="5" name="Picture 4" descr="category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4114800" cy="2314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5F4E"/>
                </a:solidFill>
              </a:defRPr>
            </a:pPr>
            <a:r>
              <a:t>Hackathon 2026 | HeritageNest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C1810"/>
                </a:solidFill>
              </a:defRPr>
            </a:pPr>
            <a:r>
              <a:t>Feature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34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3D2E"/>
                </a:solidFill>
              </a:defRPr>
            </a:pPr>
            <a:r>
              <a:t>User journeys in one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D231E"/>
                </a:solidFill>
              </a:defRPr>
            </a:pPr>
            <a:r>
              <a:t>Creator upload modes: Artcard, Short Video, and Audio with metadata.</a:t>
            </a:r>
          </a:p>
          <a:p>
            <a:pPr>
              <a:defRPr sz="2100">
                <a:solidFill>
                  <a:srgbClr val="2D231E"/>
                </a:solidFill>
              </a:defRPr>
            </a:pPr>
            <a:r>
              <a:t>Discovery: Search, filters, category pages, and dedicated Audio section.</a:t>
            </a:r>
          </a:p>
          <a:p>
            <a:pPr>
              <a:defRPr sz="2100">
                <a:solidFill>
                  <a:srgbClr val="2D231E"/>
                </a:solidFill>
              </a:defRPr>
            </a:pPr>
            <a:r>
              <a:t>Engagement: Save/bookmark, share, and AI learning companion.</a:t>
            </a:r>
          </a:p>
          <a:p>
            <a:pPr>
              <a:defRPr sz="2100">
                <a:solidFill>
                  <a:srgbClr val="2D231E"/>
                </a:solidFill>
              </a:defRPr>
            </a:pPr>
            <a:r>
              <a:t>Admin tools: moderation queue, item management, and insights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5F4E"/>
                </a:solidFill>
              </a:defRPr>
            </a:pPr>
            <a:r>
              <a:t>Hackathon 2026 | HeritageNest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C1810"/>
                </a:solidFill>
              </a:defRPr>
            </a:pPr>
            <a:r>
              <a:t>AI Model Combination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34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3D2E"/>
                </a:solidFill>
              </a:defRPr>
            </a:pPr>
            <a:r>
              <a:t>Hybrid intelligence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231E"/>
                </a:solidFill>
              </a:defRPr>
            </a:pPr>
            <a:r>
              <a:t>Primary model path: FastAPI cultural assistant service.</a:t>
            </a:r>
          </a:p>
          <a:p>
            <a:pPr>
              <a:defRPr sz="2000">
                <a:solidFill>
                  <a:srgbClr val="2D231E"/>
                </a:solidFill>
              </a:defRPr>
            </a:pPr>
            <a:r>
              <a:t>Fallback model path: Groq Llama-3.1-8b-instant for resilience.</a:t>
            </a:r>
          </a:p>
          <a:p>
            <a:pPr>
              <a:defRPr sz="2000">
                <a:solidFill>
                  <a:srgbClr val="2D231E"/>
                </a:solidFill>
              </a:defRPr>
            </a:pPr>
            <a:r>
              <a:t>Rule model layer: scope guardrails for topic compliance and safe refusal.</a:t>
            </a:r>
          </a:p>
          <a:p>
            <a:pPr>
              <a:defRPr sz="2000">
                <a:solidFill>
                  <a:srgbClr val="2D231E"/>
                </a:solidFill>
              </a:defRPr>
            </a:pPr>
            <a:r>
              <a:t>Context model layer: item metadata grounding to reduce hallucinations.</a:t>
            </a:r>
          </a:p>
          <a:p>
            <a:pPr>
              <a:defRPr sz="2000">
                <a:solidFill>
                  <a:srgbClr val="2D231E"/>
                </a:solidFill>
              </a:defRPr>
            </a:pPr>
            <a:r>
              <a:t>Result: Reliable, domain-focused explanations for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5F4E"/>
                </a:solidFill>
              </a:defRPr>
            </a:pPr>
            <a:r>
              <a:t>Hackathon 2026 | HeritageNest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C1810"/>
                </a:solidFill>
              </a:defRPr>
            </a:pPr>
            <a:r>
              <a:t>Hackathon Impact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34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3D2E"/>
                </a:solidFill>
              </a:defRPr>
            </a:pPr>
            <a:r>
              <a:t>Roadmap after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D231E"/>
                </a:solidFill>
              </a:defRPr>
            </a:pPr>
            <a:r>
              <a:t>Impact: stronger digital preservation and easier cultural discovery.</a:t>
            </a:r>
          </a:p>
          <a:p>
            <a:pPr>
              <a:defRPr sz="2100">
                <a:solidFill>
                  <a:srgbClr val="2D231E"/>
                </a:solidFill>
              </a:defRPr>
            </a:pPr>
            <a:r>
              <a:t>Next: multilingual assistant + regional script support.</a:t>
            </a:r>
          </a:p>
          <a:p>
            <a:pPr>
              <a:defRPr sz="2100">
                <a:solidFill>
                  <a:srgbClr val="2D231E"/>
                </a:solidFill>
              </a:defRPr>
            </a:pPr>
            <a:r>
              <a:t>Next: richer audio player analytics and creator performance insights.</a:t>
            </a:r>
          </a:p>
          <a:p>
            <a:pPr>
              <a:defRPr sz="2100">
                <a:solidFill>
                  <a:srgbClr val="2D231E"/>
                </a:solidFill>
              </a:defRPr>
            </a:pPr>
            <a:r>
              <a:t>Next: community verification and partner museum integrations.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5F4E"/>
                </a:solidFill>
              </a:defRPr>
            </a:pPr>
            <a:r>
              <a:t>Hackathon 2026 | HeritageNest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C1810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34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3D2E"/>
                </a:solidFill>
              </a:defRPr>
            </a:pPr>
            <a:r>
              <a:t>Demo +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D231E"/>
                </a:solidFill>
              </a:defRPr>
            </a:pPr>
            <a:r>
              <a:t>Live App: https://heritage-nest-rtm6.vercel.app</a:t>
            </a:r>
          </a:p>
          <a:p>
            <a:pPr>
              <a:defRPr sz="2400">
                <a:solidFill>
                  <a:srgbClr val="2D231E"/>
                </a:solidFill>
              </a:defRPr>
            </a:pPr>
            <a:r>
              <a:t>Team: Nikhil Kumar, Lachydeep, Sweta Sharma, Sneha Sharma, Aastha</a:t>
            </a:r>
          </a:p>
          <a:p>
            <a:pPr>
              <a:defRPr sz="2400">
                <a:solidFill>
                  <a:srgbClr val="2D231E"/>
                </a:solidFill>
              </a:defRPr>
            </a:pPr>
            <a:r>
              <a:t>Overall Manager: nikk4645@gmail.com</a:t>
            </a:r>
          </a:p>
          <a:p>
            <a:pPr>
              <a:defRPr sz="2400">
                <a:solidFill>
                  <a:srgbClr val="2D231E"/>
                </a:solidFill>
              </a:defRPr>
            </a:pPr>
            <a:r>
              <a:t>Tech Support: swetashr08@gmail.com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5F4E"/>
                </a:solidFill>
              </a:defRPr>
            </a:pPr>
            <a:r>
              <a:t>HeritageNest | Preserving culture through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